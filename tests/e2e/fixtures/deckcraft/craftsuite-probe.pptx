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customXml/item1.xml" ContentType="application/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customXml" Target="../customXml/item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2743200"/>
            <a:ext cx="9144000" cy="1371600"/>
          </a:xfrm>
          <a:prstGeom prst="rect">
            <a:avLst/>
          </a:prstGeom>
        </p:spPr>
        <p:txBody>
          <a:bodyPr/>
          <a:lstStyle/>
          <a:p>
            <a:r>
              <a:rPr lang="en-US" sz="4000"/>
              <a:t>CRAFTSUITE-PROBE-dk01</a:t>
            </a:r>
          </a:p>
        </p:txBody>
      </p:sp>
    </p:spTree>
  </p:cSld>
</p:sld>
</file>

<file path=customXml/item1.xml><?xml version="1.0" encoding="utf-8"?>
<probe xmlns="urn:craftsuite-probe">CRAFTSUITE-PROBE-dk01-customxml</prob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Stored title differs</dc:title>
  <dc:creator>PowerPoint user</dc:creator>
  <dcterms:created xsi:type="dcterms:W3CDTF">2025-01-02T03:04:05Z</dcterms:created>
  <dcterms:modified xsi:type="dcterms:W3CDTF">2025-01-02T03:04:05Z</dcterms:modified>
</cp:coreProperties>
</file>